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취업전략 &amp; AI 활용 취업캠프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 수립부터 입사지원서·면접·직장예절까지, AI로 완성하는 실전 취업 준비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10972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2026. 11. 11(수) ~ 11. 12(목)  |  1박 2일 (1일 과정 운영 가능)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장소 · 충북 괴산 소재 연수원  |  강사 · 홍길동 (성명 기재)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2514600" cy="1463040"/>
          </a:xfrm>
          <a:prstGeom prst="rect">
            <a:avLst/>
          </a:prstGeom>
          <a:solidFill>
            <a:srgbClr val="1A28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64515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54406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 과정 (1일 가능)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56432" y="4526280"/>
            <a:ext cx="2514600" cy="1463040"/>
          </a:xfrm>
          <a:prstGeom prst="rect">
            <a:avLst/>
          </a:prstGeom>
          <a:solidFill>
            <a:srgbClr val="1A28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464515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56432" y="54406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교육시간(H)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4526280"/>
            <a:ext cx="2514600" cy="1463040"/>
          </a:xfrm>
          <a:prstGeom prst="rect">
            <a:avLst/>
          </a:prstGeom>
          <a:solidFill>
            <a:srgbClr val="1A28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464515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81344" y="54406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모듈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06256" y="4526280"/>
            <a:ext cx="2514600" cy="1463040"/>
          </a:xfrm>
          <a:prstGeom prst="rect">
            <a:avLst/>
          </a:prstGeom>
          <a:solidFill>
            <a:srgbClr val="1A28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6256" y="464515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906256" y="54406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 AI 도구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강사 소개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Instructor Profile · 상세 내용은 첨부 프로필·이력서 참조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108960" cy="484632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691640"/>
            <a:ext cx="1737360" cy="1737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91640"/>
            <a:ext cx="173736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홍 길 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취업전략 · AI 활용 교육 전문강사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4617720"/>
            <a:ext cx="237744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0060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E-mail 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(이메일)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Tel 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(연락처)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852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성명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홍길동 (기재)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생년월일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7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19○○. ○○. ○○.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최종학력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○○대학교 대학원 ○○학과 석사 (예: 인적자원개발 / 경영학)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7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직업상담사 2급 · 커리어코치 · AI 활용 교육 관련 자격 (기재)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주요 경력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대학 일자리센터 · 고용센터 취업캠프 강의 / 기업 인사·채용 실무 (기재)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강의 분야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7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취업전략 · 입사지원서 컨설팅 · 모의면접 · 직장예절 · 생성형 AI 활용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주요 강의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○○대학교 취업캠프(20○○) · ○○청년센터 AI 자소서 특강 (기재)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114800" y="5577840"/>
            <a:ext cx="7315200" cy="640080"/>
          </a:xfrm>
          <a:prstGeom prst="rect">
            <a:avLst/>
          </a:prstGeom>
          <a:solidFill>
            <a:srgbClr val="2C4770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55778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F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 철학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도구, 합격은 나의 이야기로" — 직접 쓰고 말해보는 실습 중심으로 즉시 활용 가능한 결과물을 만듭니다.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개요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Why · What · How · Who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257800" cy="2331720"/>
          </a:xfrm>
          <a:prstGeom prst="rect">
            <a:avLst/>
          </a:prstGeom>
          <a:solidFill>
            <a:srgbClr val="D6E0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11887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WHY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57400" y="1371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 필요한가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463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수시·직무 중심 채용 확대로 직무 이해와 맞춤형 지원 전략이 필수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역량검사·AI 면접 등 채용 환경의 디지털 전환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AI를 "잘" 쓰는 지원자와 그렇지 않은 지원자의 격차 확대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257800" cy="2331720"/>
          </a:xfrm>
          <a:prstGeom prst="rect">
            <a:avLst/>
          </a:prstGeom>
          <a:solidFill>
            <a:srgbClr val="D6E0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371600"/>
            <a:ext cx="11887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3716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WHAT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1371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 배우나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48463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취업전략: 자기분석 · 직무/기업 분석 · 목표 설정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입사지원서: 이력서 · 자기소개서(STAR 구조) 작성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면접 · 직장예절 · 생성형 AI 활용 실무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858768"/>
            <a:ext cx="5257800" cy="2331720"/>
          </a:xfrm>
          <a:prstGeom prst="rect">
            <a:avLst/>
          </a:prstGeom>
          <a:solidFill>
            <a:srgbClr val="D6E0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58768"/>
            <a:ext cx="11887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5876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57400" y="38587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어떻게 진행하나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498848"/>
            <a:ext cx="48463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 30% + 실습 50% + 피드백 20%의 실습 중심 구성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 노트북/스마트폰으로 AI 도구 직접 활용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조별 모의면접 · 상호 피드백 · 강사 1:1 코멘트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58768"/>
            <a:ext cx="5257800" cy="2331720"/>
          </a:xfrm>
          <a:prstGeom prst="rect">
            <a:avLst/>
          </a:prstGeom>
          <a:solidFill>
            <a:srgbClr val="D6E0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858768"/>
            <a:ext cx="11887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858768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WHO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8587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누구를 위한가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498848"/>
            <a:ext cx="484632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취업을 준비하는 대학생 · 청년 구직자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서류 작성과 면접에 막막함을 느끼는 참여자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취업 준비에 활용하고 싶은 모든 참여자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 목표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5-Axis Learning Objectives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35024" y="1463040"/>
            <a:ext cx="868680" cy="8686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5024" y="14630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07568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취업전략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90472" y="2971800"/>
            <a:ext cx="54864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154680"/>
            <a:ext cx="2075688" cy="182880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91840"/>
            <a:ext cx="1801368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자기분석과 직무·기업 분석을 통해 나만의 목표 직무와 지원 전략 로드맵을 수립한다.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2152" y="1463040"/>
            <a:ext cx="868680" cy="8686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4630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98648" y="2514600"/>
            <a:ext cx="207568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입사지원서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657600" y="2971800"/>
            <a:ext cx="54864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98648" y="3154680"/>
            <a:ext cx="2075688" cy="182880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3291840"/>
            <a:ext cx="1801368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직무 역량 중심의 이력서와 STAR 구조 자기소개서를 완성도 있게 작성한다.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1463040"/>
            <a:ext cx="868680" cy="8686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4630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65776" y="2514600"/>
            <a:ext cx="207568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면접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824728" y="2971800"/>
            <a:ext cx="54864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5776" y="3154680"/>
            <a:ext cx="2075688" cy="182880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3291840"/>
            <a:ext cx="1801368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인성·직무·PT·AI 면접 유형을 이해하고 모의면접으로 실전 대응력을 기른다.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36408" y="1463040"/>
            <a:ext cx="868680" cy="8686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6408" y="14630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32904" y="2514600"/>
            <a:ext cx="207568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직장예절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991856" y="2971800"/>
            <a:ext cx="54864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32904" y="3154680"/>
            <a:ext cx="2075688" cy="182880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0064" y="3291840"/>
            <a:ext cx="1801368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첫인상·비즈니스 매너·커뮤니케이션 등 신입사원 기본 소양을 체득한다.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03536" y="1463040"/>
            <a:ext cx="868680" cy="86868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03536" y="14630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400032" y="2514600"/>
            <a:ext cx="207568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0158984" y="2971800"/>
            <a:ext cx="54864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00032" y="3154680"/>
            <a:ext cx="2075688" cy="182880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37192" y="3291840"/>
            <a:ext cx="1801368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AI로 기업 분석·서류 첨삭·면접 연습을 수행하되 윤리적으로 활용한다.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solidFill>
            <a:srgbClr val="2C4770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530352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AF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목표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캠프 종료 시 "바로 제출 가능한 입사지원서 1부 + 나만의 면접 답변 노트 + 취업전략 로드맵"을 손에 쥐고 돌아간다.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방식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Operation · 일정·시간·내용은 주최 측과 협의하여 조정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핵심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084832"/>
            <a:ext cx="9144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1168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2011680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1박 2일 합숙형 집중 캠프 (괴산 연수원)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670048"/>
            <a:ext cx="9144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596896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596896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1일차 7H + 2일차 7H = 총 14H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255264"/>
            <a:ext cx="9144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182112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3182112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조별 4~6명 편성 (총 인원 협의, 30명 내외 권장)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9144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767328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3767328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 → 개인 실습 → 조별 피드백 → 강사 코멘트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4425696"/>
            <a:ext cx="9144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352544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준비물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48840" y="4352544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노트북 또는 스마트폰, 기존 이력서·자소서(선택)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5010912"/>
            <a:ext cx="9144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937760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환경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48840" y="4937760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빔프로젝터 · 마이크 · Wi-Fi (AI 실습용) 필요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5596128"/>
            <a:ext cx="9144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5522976"/>
            <a:ext cx="914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48840" y="5522976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완성 서류·면접 노트 파일 제공, 1주간 메일 Q&amp;A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41732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옵션 (협의 가능)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1920240"/>
            <a:ext cx="1188720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920240"/>
            <a:ext cx="11887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A안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14H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406640" y="1920240"/>
            <a:ext cx="4023360" cy="1234440"/>
          </a:xfrm>
          <a:prstGeom prst="rect">
            <a:avLst/>
          </a:prstGeom>
          <a:solidFill>
            <a:srgbClr val="D6E0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20574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2일 전일 (권장)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0" y="246888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5개 모듈 전체 + 1:1 서류 피드백 + 실전 모의면접 2회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3337560"/>
            <a:ext cx="1188720" cy="1234440"/>
          </a:xfrm>
          <a:prstGeom prst="rect">
            <a:avLst/>
          </a:prstGeom>
          <a:solidFill>
            <a:srgbClr val="2C477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337560"/>
            <a:ext cx="11887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B안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7H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406640" y="33375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3474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1일 전일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89520" y="388620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취업전략·AI 서류 작성(오전) + 면접·직장예절(오후) 압축 운영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754880"/>
            <a:ext cx="1188720" cy="1234440"/>
          </a:xfrm>
          <a:prstGeom prst="rect">
            <a:avLst/>
          </a:prstGeom>
          <a:solidFill>
            <a:srgbClr val="2C477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754880"/>
            <a:ext cx="11887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C안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2~4H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406640" y="475488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8920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모듈 단위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589520" y="530352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활용 자소서", "모의면접" 등 원하는 주제만 선택 운영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대상별 맞춤 전략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Target &amp; Strategy · 사전 설문으로 준비 단계 진단 후 조 편성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290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34290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1 · 탐색형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진로·직무 미정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희망 직무가 아직 불명확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 정리가 되어 있지 않음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취업 준비 시작 단계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206240"/>
            <a:ext cx="3063240" cy="182880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343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맞춤 전략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26974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자기분석·직무 탐색 워크시트 + AI 직무 탐색 대화로 목표 직무 1개 확정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1371600"/>
            <a:ext cx="34290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371600"/>
            <a:ext cx="34290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137160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2 · 준비형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61688" y="205740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서류 작성 단계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36008" y="269748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 직무는 있으나 서류 미완성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경험을 역량으로 풀어내기 어려움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자소서 문항 대응에 막막함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44568" y="4206240"/>
            <a:ext cx="3063240" cy="182880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4343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맞춤 전략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7448" y="4709160"/>
            <a:ext cx="26974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STAR 경험 정리 → AI 초안 → 직접 수정 → 상호 첨삭의 단계별 완성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91856" y="1371600"/>
            <a:ext cx="34290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1856" y="1371600"/>
            <a:ext cx="34290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91856" y="137160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3 · 실전형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91856" y="2057400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지원·면접 임박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66176" y="269748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서류 지원 중이거나 면접 예정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답변 논리·전달력 보완 필요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5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면접·PT 면접 대비 필요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74736" y="4206240"/>
            <a:ext cx="3063240" cy="182880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4343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맞춤 전략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57616" y="4709160"/>
            <a:ext cx="269748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기업 맞춤 예상질문 생성 + 촬영 모의면접 + 1:1 집중 피드백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 AI 도구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Stack · 무료 버전 기준, 스마트폰으로도 실습 가능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32888" cy="374904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2532888" cy="1371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ChatGPT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457200" cy="3657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자기소개서 초안 작성·문장 다듬기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STAR 구조 경험 정리 대화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역할극 기반 모의면접 질의응답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47288" y="1371600"/>
            <a:ext cx="2532888" cy="374904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371600"/>
            <a:ext cx="2532888" cy="1371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16916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Gemini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0168" y="2148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Google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0168" y="2560320"/>
            <a:ext cx="457200" cy="3657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27889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기업·산업 최신 이슈 리서치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채용공고 분석 및 직무 요구역량 추출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이력서 표현 개선 제안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532888" cy="374904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371600"/>
            <a:ext cx="2532888" cy="13716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6916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NotebookLM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45936" y="2148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Google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45936" y="2560320"/>
            <a:ext cx="457200" cy="36576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27889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기업 보고서·채용공고 자료 요약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기반 면접 예상질문 생성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나만의 면접 답변 노트 정리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78824" y="1371600"/>
            <a:ext cx="2532888" cy="3749040"/>
          </a:xfrm>
          <a:prstGeom prst="rect">
            <a:avLst/>
          </a:prstGeom>
          <a:solidFill>
            <a:srgbClr val="F7F9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78824" y="1371600"/>
            <a:ext cx="2532888" cy="1371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61704" y="16916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뤼튼 (wrtn)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061704" y="2148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뤼튼테크놀로지스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61704" y="2560320"/>
            <a:ext cx="457200" cy="3657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1704" y="27889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한국어 자소서·이메일 작성 보조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비즈니스 문서·보고 예절 실습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직장 커뮤니케이션 문구 연습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349240"/>
            <a:ext cx="109728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34924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원칙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초안·피드백 도구로만 사용하고 최종 문장은 반드시 본인 경험으로 작성 · 개인정보 입력 금지 · 기업의 AI 작성 판별 및 표절 이슈 안내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방법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Methodology · 5-Step 실습 플로우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828800" cy="329184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8288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Diagnose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 설문·자기분석 검사로 현재 준비 수준과 강점 파악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017520"/>
            <a:ext cx="274320" cy="365760"/>
          </a:xfrm>
          <a:prstGeom prst="rightArrow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554480"/>
            <a:ext cx="1828800" cy="329184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554480"/>
            <a:ext cx="18288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5544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240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2697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320040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 직무·기업 선정, AI 리서치로 지원 전략 수립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274320" cy="365760"/>
          </a:xfrm>
          <a:prstGeom prst="rightArrow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554480"/>
            <a:ext cx="1828800" cy="329184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554480"/>
            <a:ext cx="18288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5544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2240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0" y="2697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Build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20040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STAR 경험 정리 → AI 초안 → 본인 언어로 재작성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95160" y="3017520"/>
            <a:ext cx="274320" cy="365760"/>
          </a:xfrm>
          <a:prstGeom prst="rightArrow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554480"/>
            <a:ext cx="1828800" cy="329184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554480"/>
            <a:ext cx="18288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15544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2240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실전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0" y="2697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320040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조별 모의면접·촬영·직장예절 롤플레이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89720" y="3017520"/>
            <a:ext cx="274320" cy="365760"/>
          </a:xfrm>
          <a:prstGeom prst="rightArrow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0" y="1554480"/>
            <a:ext cx="1828800" cy="3291840"/>
          </a:xfrm>
          <a:prstGeom prst="rect">
            <a:avLst/>
          </a:prstGeom>
          <a:solidFill>
            <a:srgbClr val="F7F9F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0" y="1554480"/>
            <a:ext cx="18288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0" y="15544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STEP 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09760" y="22402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509760" y="2697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46920" y="320040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상호평가 + 강사 1:1 코멘트로 최종 보완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51206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구성 비율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1520" y="5532120"/>
            <a:ext cx="3209544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532120"/>
            <a:ext cx="320954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 30%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941064" y="5532120"/>
            <a:ext cx="5349240" cy="548640"/>
          </a:xfrm>
          <a:prstGeom prst="rect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41064" y="5532120"/>
            <a:ext cx="5349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50%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290304" y="5532120"/>
            <a:ext cx="2139696" cy="548640"/>
          </a:xfrm>
          <a:prstGeom prst="rect">
            <a:avLst/>
          </a:prstGeom>
          <a:solidFill>
            <a:srgbClr val="2C47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90304" y="553212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20%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세부 일정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Schedule · 2일 과정 기준 (시간대는 연수원 일정에 맞춰 조정)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698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828800"/>
                <a:gridCol w="4572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일차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모듈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주요 내용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1일차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09:30-10:00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오리엔테이션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캠프 소개 · 아이스브레이킹 · 사전 진단 공유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조 편성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10:00-12:30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① 취업전략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채용 트렌드 · 자기분석 · 직무/기업 분석 (AI 리서치)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목표 직무·기업 시트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13:30-15:30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② AI 활용 실무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프롬프트 기초 · 채용공고 분석 · AI 활용 윤리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프롬프트 카드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15:30-17:30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③ 입사지원서 Ⅰ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이력서 작성 · STAR 경험 정리 · 자소서 AI 초안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이력서 · 자소서 초안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2일차</a:t>
                      </a:r>
                      <a:endParaRPr lang="en-US" sz="14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09:00-11:00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③ 입사지원서 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자소서 재작성 · 조별 상호첨삭 · 강사 피드백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자소서 완성본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11:00-12:00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④ 직장예절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첫인상 · 비즈니스 매너 · 보고/이메일 예절 롤플레이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매너 체크리스트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13:00-15:30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⑤ 면접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면접 유형 · AI 예상질문 · 조별 촬영 모의면접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면접 답변 노트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15:30-16:30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마무리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1:1 Q&amp;A · 취업전략 로드맵 발표 · 수료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취업 로드맵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solidFill>
            <a:srgbClr val="2C4770"/>
          </a:solidFill>
          <a:ln w="12700">
            <a:solidFill>
              <a:srgbClr val="2C47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562356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1일 과정(B안) 시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오전 ①취업전략 + ③입사지원서(AI 활용) 3.5H / 오후 ⑤면접 + ④직장예절 3.5H로 압축 운영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및 성과 평가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Deliverables &amp; Evaluation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29000" cy="1920240"/>
          </a:xfrm>
          <a:prstGeom prst="rect">
            <a:avLst/>
          </a:prstGeom>
          <a:solidFill>
            <a:srgbClr val="D6E0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087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취업전략 로드맵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30175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자기분석 결과 · 목표 직무/기업 · 3개월 실행 계획을 1장으로 정리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371600"/>
            <a:ext cx="3429000" cy="1920240"/>
          </a:xfrm>
          <a:prstGeom prst="rect">
            <a:avLst/>
          </a:prstGeom>
          <a:solidFill>
            <a:srgbClr val="D6E0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5087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76088" y="1554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입사지원서 완성본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2148840"/>
            <a:ext cx="30175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직무 맞춤 이력서 + STAR 구조 자기소개서 (강사 피드백 반영)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1856" y="1371600"/>
            <a:ext cx="3429000" cy="1920240"/>
          </a:xfrm>
          <a:prstGeom prst="rect">
            <a:avLst/>
          </a:prstGeom>
          <a:solidFill>
            <a:srgbClr val="D6E0F0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15087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906256" y="1554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면접 답변 노트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0456" y="2148840"/>
            <a:ext cx="301752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예상질문 20선 + 나의 답변 + 모의면접 피드백 기록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성과 평가 루브릭 (100점)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10698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94944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항목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7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기준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7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배점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77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참여도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실습·조별 활동 참여 및 상호 피드백 기여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입사지원서 완성도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직무 연관성 · STAR 구조 · 본인 경험의 구체성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면접 수행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답변 논리성 · 전달력 · 태도 및 직장예절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활용 역량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목적에 맞는 프롬프트 활용 및 결과물 검증·수정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※ 사전·사후 설문으로 취업 준비 자신감 변화를 측정하여 결과 보고서와 함께 제공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6446520"/>
            <a:ext cx="10698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JOB CAMP 2026 · 취업전략 &amp; AI 활용 취업캠프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875520" y="64922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참여자 한 명 한 명이 "제출 가능한 결과물"을 들고 돌아가는 캠프를 만들겠습니다.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109728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88E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고용노동부 · 한국고용정보원 청년 채용 동향 및 NCS 기반 직무 정보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고용24 · 워크넷 직업/직무 정보, 채용 플랫폼 공개 채용공고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OpenAI ChatGPT · Google Gemini / NotebookLM · 뤼튼 공식 가이드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5D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강사 · 홍길동  |  E-mail (기재)  |  Tel (기재)  |  강의계획서 v1 · 2026.10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Gothic" panose="020F0302020204030204"/>
        <a:ea typeface="Nanum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Gothic" panose="020F0502020204030204"/>
        <a:ea typeface="Nanum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취업전략 &amp; AI 활용 취업캠프 강의계획서</dc:title>
  <dc:subject>PptxGenJS Presentation</dc:subject>
  <dc:creator>PptxGenJS</dc:creator>
  <cp:lastModifiedBy>PptxGenJS</cp:lastModifiedBy>
  <cp:revision>1</cp:revision>
  <dcterms:created xsi:type="dcterms:W3CDTF">2026-10-29T09:07:44Z</dcterms:created>
  <dcterms:modified xsi:type="dcterms:W3CDTF">2026-10-29T09:07:44Z</dcterms:modified>
</cp:coreProperties>
</file>