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49a229b-1152-3039-04ac-27330c0e1f5f}">
          <p14:sldIdLst>
            <p14:sldId id="256"/>
            <p14:sldId id="257"/>
            <p14:sldId id="258"/>
            <p14:sldId id="259"/>
            <p14:sldId id="260"/>
          </p14:sldIdLst>
        </p14:section>
        <p14:section name="1차시 음악" id="{bf433ff5-0394-7a84-3037-38150dbe2fcb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차시 영상" id="{32c562dc-222f-583c-9259-88e5f1db6568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마무리" id="{a5bb1c6f-6532-9f4f-253c-7b711b681575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강사 소개. 오늘은 각자 휴대폰으로 나만의 노래를 AI로 만들고, 그 노래로 나만의 뮤직비디오를 편집합니다. 시작 전에 강사가 미리 만든 1분짜리 샘플 뮤직비디오를 보여 주면 동기 유발에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50분, 쉬는 시간 10분, 2차시 50분. 쉬는 시간에는 노래를 못 받은 학생이 예비 음원(패들렛)을 받도록 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Suno 등 AI 음악 서비스는 13세 미만 이용 불가, 13~17세는 보호자 동의가 필요합니다. 그래서 학생은 가입 없이 쓰는 무료 사이트만 씁니다(강사가 수업 전 1곳을 골라 QR로 안내). CapCut은 로그인 없이 기본 편집과 내보내기가 가능하지만, 앱 버전에 따라 다를 수 있으니 사전에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생성형 AI를 '입력-처리-출력'으로 간단히 설명합니다. 오늘의 핵심 능력은 원하는 것을 구체적으로 말하는 것, 즉 프롬프트 작성입니다.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활동으로 진행합니다. 활동지는 한 명당 한 장. 옆자리 친구와 서로 도와주는 것은 허용해 막힘을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시작. 작곡을 몰라도, 악기를 못 다뤄도 오늘은 모두 작곡가가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메모: Suno 무료는 다운로드가 계정당 평생 7회로 제한되고 Gemini 음악은 만 18세 이상이라, 학생 개인 실습에는 '가입 없이 MP3를 받을 수 있는 무료 사이트'를 씁니다. 후보(2026년 10월 검색 기준, 모두 소규모 업체라 직접 확인 필요): onlymusic.ai, songai.io, boppy.me, aimusicgen.ai. 수업 전 휴대폰으로 ① 가입 없이 생성되는지 ② 한국어 가사·보컬이 되는지 ③ MP3 다운로드가 되는지 ④ 광고·이용 연령·이용약관 ⑤ 학교 와이파이에서 30명이 동시에 써도 막히지 않는지 확인하고 1곳을 QR로 안내하세요. 보컬이 안 되는 사이트면 가사는 영상 자막으로 씁니다. 실패에 대비해 예비 음원 10~15곡을 패들렛에 올려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좋아하는 노래 한 곡을 떠올려 6요소로 나눠 보게 하면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프롬프트로 미리 만든 결과를 들려주면 효과가 큽니다(수업 전날 생성해 두기).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가사 입력 칸이 있는 사이트는 태그와 함께 그대로 넣습니다. 가사 칸이 없거나 보컬이 안 되는 사이트라면 가사를 영상 자막으로 활용합니다.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12분 개인 활동. 주제가 안 떠오르는 학생에게는 '좋아하는 계절'이나 '나의 꿈'을 권합니다. 다 쓴 학생부터 바로 다음 단계(AI 노래 만들기)로 넘어가게 해 속도 차이를 흡수합니다.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개인 실습. 30명이 같은 와이파이로 동시에 접속하면 사이트가 느려지거나 횟수 제한에 걸릴 수 있습니다. 학생 데이터(LTE) 사용도 허용하고, 5분 안에 안 되는 학생은 바로 패들렛 예비 음원으로 넘어가게 하세요. 끝나기 3분 전 '다운로드 확인' 시간을 줍니다. 강사는 빔 화면에 Gemini 등으로 1곡을 시연해도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시작. 모든 학생이 노래 파일을 휴대폰에 저장했는지 먼저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이름은 휴대폰·앱 버전에 따라 조금씩 다릅니다. 수업 전에 아이폰과 갤럭시에서 'AI 사이트 다운로드 → CapCut 불러오기'를 직접 리허설해 두세요. 파일이 없는 학생은 패들렛 예비 음원을 받게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범위(교실, 복도 등)를 미리 정해 주세요. 얼굴 대신 손·뒷모습·사물을 찍으면 개인정보 걱정이 줄고 오히려 감성적인 영상이 나옵니다. 시간이 부족한 학생은 사진 3~4장만으로도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휴대폰을 미러링해 한 단계씩 시연한 뒤 20분 편집. 15분이 지나면 '자막과 내보내기로 넘어가세요'라고 안내합니다. 와이파이가 느리면 720p로 내보냅니다. 무료 버전은 영상 끝에 CapCut 로고가 붙을 수 있으며 그대로 두어도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편집 중 순회하며 개별 지도. 박자 맞추기는 노래 파형의 큰 봉우리에서 자르면 쉽다고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딥페이크는 장난이라도 처벌될 수 있는 범죄임을 분명히 안내합니다. 활동지의 'AI 윤리 약속'에 체크하게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짝과 휴대폰을 바꿔 서로의 작품을 보고 활동지에 칭찬 1 + 제안 1을 적습니다(5분). 그다음 패들렛에 올라온 작품 중 3~4편을 골라(지원자 우선) 빔 화면에서 함께 감상합니다.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소감 한두 명 발표 후 마무리. 활동지 회수 여부는 담당 선생님과 미리 정해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중학생 콘텐츠 제작 학과체험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AI로 만드는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나만의 뮤직비디오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휴대폰으로 AI 음악 · 영상 편집 체험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2차시  |  14:20 – 16:10  |  평택여자고등학교</a:t>
            </a:r>
            <a:endParaRPr lang="en-US" sz="1500" dirty="0"/>
          </a:p>
        </p:txBody>
      </p:sp>
      <p:sp>
        <p:nvSpPr>
          <p:cNvPr id="6" name="equalizer bar 1"/>
          <p:cNvSpPr/>
          <p:nvPr/>
        </p:nvSpPr>
        <p:spPr>
          <a:xfrm>
            <a:off x="8138160" y="4389120"/>
            <a:ext cx="329184" cy="10972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7" name="equalizer bar 2"/>
          <p:cNvSpPr/>
          <p:nvPr/>
        </p:nvSpPr>
        <p:spPr>
          <a:xfrm>
            <a:off x="8595360" y="3291840"/>
            <a:ext cx="329184" cy="219456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8" name="equalizer bar 3"/>
          <p:cNvSpPr/>
          <p:nvPr/>
        </p:nvSpPr>
        <p:spPr>
          <a:xfrm>
            <a:off x="9052560" y="2194560"/>
            <a:ext cx="329184" cy="32918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9" name="equalizer bar 4"/>
          <p:cNvSpPr/>
          <p:nvPr/>
        </p:nvSpPr>
        <p:spPr>
          <a:xfrm>
            <a:off x="9509760" y="3657600"/>
            <a:ext cx="329184" cy="182880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10" name="equalizer bar 5"/>
          <p:cNvSpPr/>
          <p:nvPr/>
        </p:nvSpPr>
        <p:spPr>
          <a:xfrm>
            <a:off x="9966960" y="1645920"/>
            <a:ext cx="329184" cy="3840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1" name="equalizer bar 6"/>
          <p:cNvSpPr/>
          <p:nvPr/>
        </p:nvSpPr>
        <p:spPr>
          <a:xfrm>
            <a:off x="10424160" y="2743200"/>
            <a:ext cx="329184" cy="274320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2" name="equalizer bar 7"/>
          <p:cNvSpPr/>
          <p:nvPr/>
        </p:nvSpPr>
        <p:spPr>
          <a:xfrm>
            <a:off x="10881360" y="4023360"/>
            <a:ext cx="329184" cy="14630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3" name="equalizer bar 8"/>
          <p:cNvSpPr/>
          <p:nvPr/>
        </p:nvSpPr>
        <p:spPr>
          <a:xfrm>
            <a:off x="11338560" y="3108960"/>
            <a:ext cx="329184" cy="23774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오늘의 여정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920240" y="2057400"/>
            <a:ext cx="8321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4" name="1차시 circle"/>
          <p:cNvSpPr/>
          <p:nvPr/>
        </p:nvSpPr>
        <p:spPr>
          <a:xfrm>
            <a:off x="141732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1차시" descr="1차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14:20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1차시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AI로 나만의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 만들기</a:t>
            </a:r>
            <a:endParaRPr lang="en-US" sz="1400" dirty="0"/>
          </a:p>
        </p:txBody>
      </p:sp>
      <p:sp>
        <p:nvSpPr>
          <p:cNvPr id="9" name="쉬는 시간 circle"/>
          <p:cNvSpPr/>
          <p:nvPr/>
        </p:nvSpPr>
        <p:spPr>
          <a:xfrm>
            <a:off x="4251960" y="16002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쉬는 시간" descr="쉬는 시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8379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15:10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쉬는 시간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 파일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저장 확인</a:t>
            </a:r>
            <a:endParaRPr lang="en-US" sz="1400" dirty="0"/>
          </a:p>
        </p:txBody>
      </p:sp>
      <p:sp>
        <p:nvSpPr>
          <p:cNvPr id="14" name="2차시 circle"/>
          <p:cNvSpPr/>
          <p:nvPr/>
        </p:nvSpPr>
        <p:spPr>
          <a:xfrm>
            <a:off x="7086600" y="16002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2차시" descr="2차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18379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15:20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2차시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휴대폰으로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뮤직비디오 편집</a:t>
            </a:r>
            <a:endParaRPr lang="en-US" sz="1400" dirty="0"/>
          </a:p>
        </p:txBody>
      </p:sp>
      <p:sp>
        <p:nvSpPr>
          <p:cNvPr id="19" name="상영회 circle"/>
          <p:cNvSpPr/>
          <p:nvPr/>
        </p:nvSpPr>
        <p:spPr>
          <a:xfrm>
            <a:off x="9921240" y="16002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상영회" descr="상영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18379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16:00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05256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상영회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작품 감상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·마무리</a:t>
            </a:r>
            <a:endParaRPr lang="en-US" sz="1400" dirty="0"/>
          </a:p>
        </p:txBody>
      </p:sp>
      <p:sp>
        <p:nvSpPr>
          <p:cNvPr id="24" name="goal box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5" name="goal circle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goal" descr="go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52075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37360" y="48463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오늘의 결과물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내가 만든 노래 + 내가 찍은 영상 = 30초~1분 나만의 뮤직비디오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시작 전에 확인해요</a:t>
            </a:r>
            <a:endParaRPr lang="en-US" sz="3200" dirty="0"/>
          </a:p>
        </p:txBody>
      </p:sp>
      <p:sp>
        <p:nvSpPr>
          <p:cNvPr id="3" name="휴대폰 충전"/>
          <p:cNvSpPr/>
          <p:nvPr/>
        </p:nvSpPr>
        <p:spPr>
          <a:xfrm>
            <a:off x="54864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휴대폰 충전 circle"/>
          <p:cNvSpPr/>
          <p:nvPr/>
        </p:nvSpPr>
        <p:spPr>
          <a:xfrm>
            <a:off x="1371600" y="173736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휴대폰 충전" descr="휴대폰 충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231" y="19869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휴대폰 충전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배터리 50% 이상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(부족하면 충전기 자리로)</a:t>
            </a:r>
            <a:endParaRPr lang="en-US" sz="1400" dirty="0"/>
          </a:p>
        </p:txBody>
      </p:sp>
      <p:sp>
        <p:nvSpPr>
          <p:cNvPr id="8" name="와이파이 연결"/>
          <p:cNvSpPr/>
          <p:nvPr/>
        </p:nvSpPr>
        <p:spPr>
          <a:xfrm>
            <a:off x="338328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와이파이 연결 circle"/>
          <p:cNvSpPr/>
          <p:nvPr/>
        </p:nvSpPr>
        <p:spPr>
          <a:xfrm>
            <a:off x="4206240" y="173736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와이파이 연결" descr="와이파이 연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871" y="198699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와이파이 연결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칠판에 적힌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학교 와이파이 접속</a:t>
            </a:r>
            <a:endParaRPr lang="en-US" sz="1400" dirty="0"/>
          </a:p>
        </p:txBody>
      </p:sp>
      <p:sp>
        <p:nvSpPr>
          <p:cNvPr id="13" name="CapCut 설치"/>
          <p:cNvSpPr/>
          <p:nvPr/>
        </p:nvSpPr>
        <p:spPr>
          <a:xfrm>
            <a:off x="621792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CapCut 설치 circle"/>
          <p:cNvSpPr/>
          <p:nvPr/>
        </p:nvSpPr>
        <p:spPr>
          <a:xfrm>
            <a:off x="7040880" y="173736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CapCut 설치" descr="CapCut 설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511" y="198699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CapCut 설치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앱스토어·플레이스토어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로그인 없이 사용</a:t>
            </a:r>
            <a:endParaRPr lang="en-US" sz="1400" dirty="0"/>
          </a:p>
        </p:txBody>
      </p:sp>
      <p:sp>
        <p:nvSpPr>
          <p:cNvPr id="18" name="활동지 · 필기구"/>
          <p:cNvSpPr/>
          <p:nvPr/>
        </p:nvSpPr>
        <p:spPr>
          <a:xfrm>
            <a:off x="905256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활동지 · 필기구 circle"/>
          <p:cNvSpPr/>
          <p:nvPr/>
        </p:nvSpPr>
        <p:spPr>
          <a:xfrm>
            <a:off x="9875520" y="1737360"/>
            <a:ext cx="960120" cy="9601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활동지 · 필기구" descr="활동지 · 필기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5151" y="198699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활동지 · 필기구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189720" y="33832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 명에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 장씩</a:t>
            </a:r>
            <a:endParaRPr lang="en-US" sz="1400" dirty="0"/>
          </a:p>
        </p:txBody>
      </p:sp>
      <p:sp>
        <p:nvSpPr>
          <p:cNvPr id="23" name="no account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24" name="no account circle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no account" descr="no accou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52075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37360" y="48463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회원가입 없이 써요!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선생님이 알려 주는 가입 없는 AI 음악 사이트만 사용해요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생성형 AI는 어떻게 노래를 만들까?</a:t>
            </a:r>
            <a:endParaRPr lang="en-US" sz="3200" dirty="0"/>
          </a:p>
        </p:txBody>
      </p:sp>
      <p:sp>
        <p:nvSpPr>
          <p:cNvPr id="3" name="프롬프트 card"/>
          <p:cNvSpPr/>
          <p:nvPr/>
        </p:nvSpPr>
        <p:spPr>
          <a:xfrm>
            <a:off x="5486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프롬프트 circle"/>
          <p:cNvSpPr/>
          <p:nvPr/>
        </p:nvSpPr>
        <p:spPr>
          <a:xfrm>
            <a:off x="1737360" y="1783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프롬프트" descr="프롬프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입력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프롬프트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"비 오는 날 듣는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잔잔한 피아노곡"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931920" y="283464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AI 모델 card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AI 모델 circle"/>
          <p:cNvSpPr/>
          <p:nvPr/>
        </p:nvSpPr>
        <p:spPr>
          <a:xfrm>
            <a:off x="562356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I 모델" descr="AI 모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0208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처리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모델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수많은 음악을 학습한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패턴으로 새 노래 생성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7818120" y="283464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7" name="노래 완성 card"/>
          <p:cNvSpPr/>
          <p:nvPr/>
        </p:nvSpPr>
        <p:spPr>
          <a:xfrm>
            <a:off x="83210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8" name="노래 완성 circle"/>
          <p:cNvSpPr/>
          <p:nvPr/>
        </p:nvSpPr>
        <p:spPr>
          <a:xfrm>
            <a:off x="950976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노래 완성" descr="노래 완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202082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출력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노래 완성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가사와 목소리가 있는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노래가 1~2분 만에!</a:t>
            </a:r>
            <a:endParaRPr lang="en-US" sz="1400" dirty="0"/>
          </a:p>
        </p:txBody>
      </p:sp>
      <p:sp>
        <p:nvSpPr>
          <p:cNvPr id="23" name="key message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49377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핵심!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AI에게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구체적으로 말할수록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우리가 원하는 노래가 나와요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오늘 나 혼자 완성하는 5단계</a:t>
            </a:r>
            <a:endParaRPr lang="en-US" sz="3200" dirty="0"/>
          </a:p>
        </p:txBody>
      </p:sp>
      <p:sp>
        <p:nvSpPr>
          <p:cNvPr id="3" name="① 기획"/>
          <p:cNvSpPr/>
          <p:nvPr/>
        </p:nvSpPr>
        <p:spPr>
          <a:xfrm>
            <a:off x="548640" y="155448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① 기획 circle"/>
          <p:cNvSpPr/>
          <p:nvPr/>
        </p:nvSpPr>
        <p:spPr>
          <a:xfrm>
            <a:off x="1051560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① 기획" descr="① 기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20903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① 기획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주제·프롬프트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가사 쓰기</a:t>
            </a:r>
            <a:endParaRPr lang="en-US" sz="1400" dirty="0"/>
          </a:p>
        </p:txBody>
      </p:sp>
      <p:sp>
        <p:nvSpPr>
          <p:cNvPr id="8" name="② AI 노래"/>
          <p:cNvSpPr/>
          <p:nvPr/>
        </p:nvSpPr>
        <p:spPr>
          <a:xfrm>
            <a:off x="2807208" y="155448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② AI 노래 circle"/>
          <p:cNvSpPr/>
          <p:nvPr/>
        </p:nvSpPr>
        <p:spPr>
          <a:xfrm>
            <a:off x="3310128" y="182880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② AI 노래" descr="② AI 노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209031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07208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② AI 노래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2944368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내 휴대폰으로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 만들기</a:t>
            </a:r>
            <a:endParaRPr lang="en-US" sz="1400" dirty="0"/>
          </a:p>
        </p:txBody>
      </p:sp>
      <p:sp>
        <p:nvSpPr>
          <p:cNvPr id="13" name="③ 촬영"/>
          <p:cNvSpPr/>
          <p:nvPr/>
        </p:nvSpPr>
        <p:spPr>
          <a:xfrm>
            <a:off x="5065776" y="155448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③ 촬영 circle"/>
          <p:cNvSpPr/>
          <p:nvPr/>
        </p:nvSpPr>
        <p:spPr>
          <a:xfrm>
            <a:off x="5568696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③ 촬영" descr="③ 촬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209031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65776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③ 촬영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202936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스토리보드대로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4~6컷 찍기</a:t>
            </a:r>
            <a:endParaRPr lang="en-US" sz="1400" dirty="0"/>
          </a:p>
        </p:txBody>
      </p:sp>
      <p:sp>
        <p:nvSpPr>
          <p:cNvPr id="18" name="④ 편집"/>
          <p:cNvSpPr/>
          <p:nvPr/>
        </p:nvSpPr>
        <p:spPr>
          <a:xfrm>
            <a:off x="7324344" y="155448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④ 편집 circle"/>
          <p:cNvSpPr/>
          <p:nvPr/>
        </p:nvSpPr>
        <p:spPr>
          <a:xfrm>
            <a:off x="7827264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④ 편집" descr="④ 편집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2090318"/>
            <a:ext cx="482803" cy="482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24344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④ 편집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461504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CapCut으로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뮤직비디오</a:t>
            </a:r>
            <a:endParaRPr lang="en-US" sz="1400" dirty="0"/>
          </a:p>
        </p:txBody>
      </p:sp>
      <p:sp>
        <p:nvSpPr>
          <p:cNvPr id="23" name="⑤ 공유"/>
          <p:cNvSpPr/>
          <p:nvPr/>
        </p:nvSpPr>
        <p:spPr>
          <a:xfrm>
            <a:off x="9582912" y="155448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⑤ 공유 circle"/>
          <p:cNvSpPr/>
          <p:nvPr/>
        </p:nvSpPr>
        <p:spPr>
          <a:xfrm>
            <a:off x="10085832" y="182880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⑤ 공유" descr="⑤ 공유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2090318"/>
            <a:ext cx="482803" cy="482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⑤ 공유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9720072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패들렛에 올리고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짝과 감상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모두가 감독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작사, 작곡(AI), 촬영, 편집까지 오늘은 나 혼자 다 해요. 막히면 옆 친구와 도와도 OK!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1차시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AI로 나만의 노래 만들기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내 휴대폰으로 노래 한 곡 완성하기</a:t>
            </a:r>
            <a:endParaRPr lang="en-US" sz="2000" dirty="0"/>
          </a:p>
        </p:txBody>
      </p:sp>
      <p:sp>
        <p:nvSpPr>
          <p:cNvPr id="5" name="music circle"/>
          <p:cNvSpPr/>
          <p:nvPr/>
        </p:nvSpPr>
        <p:spPr>
          <a:xfrm>
            <a:off x="8778240" y="146304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usic" descr="mus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2033626"/>
            <a:ext cx="1053389" cy="1053389"/>
          </a:xfrm>
          <a:prstGeom prst="rect">
            <a:avLst/>
          </a:prstGeom>
        </p:spPr>
      </p:pic>
      <p:sp>
        <p:nvSpPr>
          <p:cNvPr id="7" name="equalizer bar 1"/>
          <p:cNvSpPr/>
          <p:nvPr/>
        </p:nvSpPr>
        <p:spPr>
          <a:xfrm>
            <a:off x="8458200" y="4663440"/>
            <a:ext cx="274320" cy="8229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8" name="equalizer bar 2"/>
          <p:cNvSpPr/>
          <p:nvPr/>
        </p:nvSpPr>
        <p:spPr>
          <a:xfrm>
            <a:off x="8915400" y="4023360"/>
            <a:ext cx="274320" cy="146304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9" name="equalizer bar 3"/>
          <p:cNvSpPr/>
          <p:nvPr/>
        </p:nvSpPr>
        <p:spPr>
          <a:xfrm>
            <a:off x="9372600" y="4389120"/>
            <a:ext cx="274320" cy="109728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10" name="equalizer bar 4"/>
          <p:cNvSpPr/>
          <p:nvPr/>
        </p:nvSpPr>
        <p:spPr>
          <a:xfrm>
            <a:off x="9829800" y="3657600"/>
            <a:ext cx="274320" cy="182880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/>
        </p:spPr>
      </p:sp>
      <p:sp>
        <p:nvSpPr>
          <p:cNvPr id="11" name="equalizer bar 5"/>
          <p:cNvSpPr/>
          <p:nvPr/>
        </p:nvSpPr>
        <p:spPr>
          <a:xfrm>
            <a:off x="10287000" y="4206240"/>
            <a:ext cx="274320" cy="128016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</p:spPr>
      </p:sp>
      <p:sp>
        <p:nvSpPr>
          <p:cNvPr id="12" name="equalizer bar 6"/>
          <p:cNvSpPr/>
          <p:nvPr/>
        </p:nvSpPr>
        <p:spPr>
          <a:xfrm>
            <a:off x="10744200" y="4754880"/>
            <a:ext cx="274320" cy="7315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오늘 노래는 이렇게 만들어요</a:t>
            </a:r>
            <a:endParaRPr lang="en-US" sz="3200" dirty="0"/>
          </a:p>
        </p:txBody>
      </p:sp>
      <p:sp>
        <p:nvSpPr>
          <p:cNvPr id="3" name="QR로 접속"/>
          <p:cNvSpPr/>
          <p:nvPr/>
        </p:nvSpPr>
        <p:spPr>
          <a:xfrm>
            <a:off x="548640" y="1463040"/>
            <a:ext cx="2514600" cy="3657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4" name="QR로 접속 circle"/>
          <p:cNvSpPr/>
          <p:nvPr/>
        </p:nvSpPr>
        <p:spPr>
          <a:xfrm>
            <a:off x="1325880" y="1737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QR로 접속" descr="QR로 접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511" y="19869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QR로 접속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칠판 QR을 찍어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음악 사이트 열기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108960" y="3108960"/>
            <a:ext cx="22860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프롬프트 입력"/>
          <p:cNvSpPr/>
          <p:nvPr/>
        </p:nvSpPr>
        <p:spPr>
          <a:xfrm>
            <a:off x="3383280" y="1463040"/>
            <a:ext cx="2514600" cy="3657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1" name="프롬프트 입력 circle"/>
          <p:cNvSpPr/>
          <p:nvPr/>
        </p:nvSpPr>
        <p:spPr>
          <a:xfrm>
            <a:off x="4160520" y="173736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프롬프트 입력" descr="프롬프트 입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151" y="198699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프롬프트 입력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활동지에 쓴 프롬프트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(+가사) 입력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5943600" y="3108960"/>
            <a:ext cx="22860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7" name="만들고 비교"/>
          <p:cNvSpPr/>
          <p:nvPr/>
        </p:nvSpPr>
        <p:spPr>
          <a:xfrm>
            <a:off x="6217920" y="1463040"/>
            <a:ext cx="2514600" cy="3657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8" name="만들고 비교 circle"/>
          <p:cNvSpPr/>
          <p:nvPr/>
        </p:nvSpPr>
        <p:spPr>
          <a:xfrm>
            <a:off x="6995160" y="173736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만들고 비교" descr="만들고 비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91" y="198699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만들고 비교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2번 이상 만들어 보고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마음에 드는 곡 고르기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8778240" y="3108960"/>
            <a:ext cx="22860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MP3 저장"/>
          <p:cNvSpPr/>
          <p:nvPr/>
        </p:nvSpPr>
        <p:spPr>
          <a:xfrm>
            <a:off x="9052560" y="1463040"/>
            <a:ext cx="2514600" cy="3657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25" name="MP3 저장 circle"/>
          <p:cNvSpPr/>
          <p:nvPr/>
        </p:nvSpPr>
        <p:spPr>
          <a:xfrm>
            <a:off x="9829800" y="173736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MP3 저장" descr="MP3 저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431" y="1986991"/>
            <a:ext cx="460858" cy="46085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5256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STEP 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05256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MP3 저장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1897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다운로드 버튼으로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휴대폰에 저장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※ 회원가입·결제 창이 뜨면 누르지 말고 손을 들어요. 오늘 만든 노래는 개인 감상용이에요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음악 프롬프트 공식</a:t>
            </a:r>
            <a:endParaRPr lang="en-US" sz="3200" dirty="0"/>
          </a:p>
        </p:txBody>
      </p:sp>
      <p:sp>
        <p:nvSpPr>
          <p:cNvPr id="3" name="장르"/>
          <p:cNvSpPr/>
          <p:nvPr/>
        </p:nvSpPr>
        <p:spPr>
          <a:xfrm>
            <a:off x="5486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장르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K-pop 댄스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분위기"/>
          <p:cNvSpPr/>
          <p:nvPr/>
        </p:nvSpPr>
        <p:spPr>
          <a:xfrm>
            <a:off x="242316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분위기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신나는, 청량한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1" name="악기"/>
          <p:cNvSpPr/>
          <p:nvPr/>
        </p:nvSpPr>
        <p:spPr>
          <a:xfrm>
            <a:off x="429768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악기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신스, 강한 드럼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5" name="템포"/>
          <p:cNvSpPr/>
          <p:nvPr/>
        </p:nvSpPr>
        <p:spPr>
          <a:xfrm>
            <a:off x="617220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템포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빠른 템포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9" name="보컬"/>
          <p:cNvSpPr/>
          <p:nvPr/>
        </p:nvSpPr>
        <p:spPr>
          <a:xfrm>
            <a:off x="804672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보컬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맑은 여성 보컬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23" name="주제"/>
          <p:cNvSpPr/>
          <p:nvPr/>
        </p:nvSpPr>
        <p:spPr>
          <a:xfrm>
            <a:off x="99212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주제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친구와의 우정</a:t>
            </a:r>
            <a:endParaRPr lang="en-US" sz="1400" dirty="0"/>
          </a:p>
        </p:txBody>
      </p:sp>
      <p:sp>
        <p:nvSpPr>
          <p:cNvPr id="26" name="example prompt"/>
          <p:cNvSpPr/>
          <p:nvPr/>
        </p:nvSpPr>
        <p:spPr>
          <a:xfrm>
            <a:off x="548640" y="3703320"/>
            <a:ext cx="1106424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27" name="prompt circle"/>
          <p:cNvSpPr/>
          <p:nvPr/>
        </p:nvSpPr>
        <p:spPr>
          <a:xfrm>
            <a:off x="868680" y="3977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prompt" descr="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4155948"/>
            <a:ext cx="329184" cy="32918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7830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완성된 프롬프트 예시  (활동지 STEP 2)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783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"신나고 청량한 K-pop 댄스곡, 밝은 신스와 강한 드럼, 빠른 템포,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맑은 여성 보컬, 중학교 친구들과의 우정에 대한 노래"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아쉬운 프롬프트 vs 좋은 프롬프트</a:t>
            </a:r>
            <a:endParaRPr lang="en-US" sz="3200" dirty="0"/>
          </a:p>
        </p:txBody>
      </p:sp>
      <p:sp>
        <p:nvSpPr>
          <p:cNvPr id="3" name="아쉬운 프롬프트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4" name="아쉬운 프롬프트 circle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아쉬운 프롬프트" descr="아쉬운 프롬프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아쉬운 프롬프트</a:t>
            </a:r>
            <a:endParaRPr lang="en-US" sz="2200" dirty="0"/>
          </a:p>
        </p:txBody>
      </p:sp>
      <p:sp>
        <p:nvSpPr>
          <p:cNvPr id="7" name="prompt box"/>
          <p:cNvSpPr/>
          <p:nvPr/>
        </p:nvSpPr>
        <p:spPr>
          <a:xfrm>
            <a:off x="868680" y="2560320"/>
            <a:ext cx="4754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560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"좋은 노래 만들어줘"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160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장르·분위기 정보가 없음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AI가 마음대로 골라 결과 예측 불가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우리가 원하는 느낌과 거리가 멂</a:t>
            </a:r>
            <a:endParaRPr lang="en-US" sz="1500" dirty="0"/>
          </a:p>
        </p:txBody>
      </p:sp>
      <p:sp>
        <p:nvSpPr>
          <p:cNvPr id="10" name="좋은 프롬프트"/>
          <p:cNvSpPr/>
          <p:nvPr/>
        </p:nvSpPr>
        <p:spPr>
          <a:xfrm>
            <a:off x="621792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1" name="좋은 프롬프트 circle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좋은 프롬프트" descr="좋은 프롬프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8580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좋은 프롬프트</a:t>
            </a:r>
            <a:endParaRPr lang="en-US" sz="2200" dirty="0"/>
          </a:p>
        </p:txBody>
      </p:sp>
      <p:sp>
        <p:nvSpPr>
          <p:cNvPr id="14" name="prompt box"/>
          <p:cNvSpPr/>
          <p:nvPr/>
        </p:nvSpPr>
        <p:spPr>
          <a:xfrm>
            <a:off x="6537960" y="2560320"/>
            <a:ext cx="4754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766560" y="2560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"비 오는 날 창가에서 듣는 잔잔한 로파이, 피아노와 빗소리, 느린 템포, 보컬 없음"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4160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장면이 떠오르는 구체적 묘사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악기·템포·보컬 여부까지 지정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여러 번 만들어도 느낌이 비슷함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가사는 태그로 흐름을 잡아요</a:t>
            </a:r>
            <a:endParaRPr lang="en-US" sz="3200" dirty="0"/>
          </a:p>
        </p:txBody>
      </p:sp>
      <p:sp>
        <p:nvSpPr>
          <p:cNvPr id="3" name="lyrics box"/>
          <p:cNvSpPr/>
          <p:nvPr/>
        </p:nvSpPr>
        <p:spPr>
          <a:xfrm>
            <a:off x="548640" y="146304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4"/>
                </a:solidFill>
              </a:rPr>
              <a:t>[Verse]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종이 울리면 창문을 열어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우리 웃음이 바람을 타고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복도 끝까지 달려가면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오늘도 우린 빛나고 있어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2"/>
                </a:solidFill>
              </a:rPr>
              <a:t>[Chorus]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지금 이 순간 우리가 주인공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함께라면 어디든 갈 수 있어</a:t>
            </a:r>
            <a:endParaRPr lang="en-US" sz="1700" dirty="0"/>
          </a:p>
        </p:txBody>
      </p:sp>
      <p:sp>
        <p:nvSpPr>
          <p:cNvPr id="5" name="태그 넣기 circle"/>
          <p:cNvSpPr/>
          <p:nvPr/>
        </p:nvSpPr>
        <p:spPr>
          <a:xfrm>
            <a:off x="62179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태그 넣기" descr="태그 넣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002" y="18022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237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태그 넣기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[Verse] 이야기 부분 · [Chorus] 후렴 부분</a:t>
            </a:r>
            <a:endParaRPr lang="en-US" sz="1400" dirty="0"/>
          </a:p>
        </p:txBody>
      </p:sp>
      <p:sp>
        <p:nvSpPr>
          <p:cNvPr id="9" name="후렴은 짧고 반복되게 circle"/>
          <p:cNvSpPr/>
          <p:nvPr/>
        </p:nvSpPr>
        <p:spPr>
          <a:xfrm>
            <a:off x="6217920" y="3063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후렴은 짧고 반복되게" descr="후렴은 짧고 반복되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2" y="32653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후렴은 짧고 반복되게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 번 들어도 따라 부를 수 있는 2~4줄</a:t>
            </a:r>
            <a:endParaRPr lang="en-US" sz="1400" dirty="0"/>
          </a:p>
        </p:txBody>
      </p:sp>
      <p:sp>
        <p:nvSpPr>
          <p:cNvPr id="13" name="실제 이름은 넣지 않기 circle"/>
          <p:cNvSpPr/>
          <p:nvPr/>
        </p:nvSpPr>
        <p:spPr>
          <a:xfrm>
            <a:off x="6217920" y="45262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실제 이름은 넣지 않기" descr="실제 이름은 넣지 않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472836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2376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실제 이름은 넣지 않기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22376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친구·연예인 이름 대신 '우리', '너'로 써요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개인 활동 · 활동지 STEP 1~3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777240" y="16184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주제 고르기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463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우리 학교, 나의 꿈, 친구와 우정, 좋아하는 계절 중 하나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548640" y="256032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step 2"/>
          <p:cNvSpPr/>
          <p:nvPr/>
        </p:nvSpPr>
        <p:spPr>
          <a:xfrm>
            <a:off x="777240" y="27157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15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프롬프트 만들기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5603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여섯 칸(장르·분위기·악기·템포·보컬·주제) 채우기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548640" y="365760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step 3"/>
          <p:cNvSpPr/>
          <p:nvPr/>
        </p:nvSpPr>
        <p:spPr>
          <a:xfrm>
            <a:off x="777240" y="3813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쓰기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[Verse] + [Chorus] 4~8줄 (영상 자막으로도 써요)</a:t>
            </a:r>
            <a:endParaRPr lang="en-US" sz="1400" dirty="0"/>
          </a:p>
        </p:txBody>
      </p:sp>
      <p:sp>
        <p:nvSpPr>
          <p:cNvPr id="18" name="lyrics tip"/>
          <p:cNvSpPr/>
          <p:nvPr/>
        </p:nvSpPr>
        <p:spPr>
          <a:xfrm>
            <a:off x="548640" y="4892040"/>
            <a:ext cx="850392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19" name="tip circle"/>
          <p:cNvSpPr/>
          <p:nvPr/>
        </p:nvSpPr>
        <p:spPr>
          <a:xfrm>
            <a:off x="777240" y="504748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tip" descr="t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5225796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45920" y="48920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막막하면?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8번 화면의 예시 프롬프트에서 단어 2~3개만 내 것으로 바꿔도 충분해요</a:t>
            </a:r>
            <a:endParaRPr lang="en-US" sz="1500" dirty="0"/>
          </a:p>
        </p:txBody>
      </p:sp>
      <p:sp>
        <p:nvSpPr>
          <p:cNvPr id="22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12분</a:t>
            </a:r>
            <a:endParaRPr lang="en-US" sz="2800" dirty="0"/>
          </a:p>
        </p:txBody>
      </p:sp>
      <p:sp>
        <p:nvSpPr>
          <p:cNvPr id="25" name="raise hand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raise hand" descr="raise 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다 쓰면 바로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노래 만들기로!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실습 · 내 휴대폰으로 AI 노래 만들기</a:t>
            </a:r>
            <a:endParaRPr lang="en-US" sz="3200" dirty="0"/>
          </a:p>
        </p:txBody>
      </p:sp>
      <p:sp>
        <p:nvSpPr>
          <p:cNvPr id="3" name="process"/>
          <p:cNvSpPr/>
          <p:nvPr/>
        </p:nvSpPr>
        <p:spPr>
          <a:xfrm>
            <a:off x="548640" y="1463040"/>
            <a:ext cx="548640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15분 동안 해요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QR로 AI 음악 사이트 접속 (가입 X)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프롬프트(+가사) 입력하고 만들기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기다리는 동안 활동지 4컷 스토리보드 그리기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마음에 드는 곡을 MP3로 다운로드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chemeClr val="accent2"/>
                </a:solidFill>
              </a:rPr>
              <a:t>안 되면? 패들렛 예비 음원에서 고르기</a:t>
            </a:r>
            <a:endParaRPr lang="en-US" sz="1600" dirty="0"/>
          </a:p>
        </p:txBody>
      </p:sp>
      <p:sp>
        <p:nvSpPr>
          <p:cNvPr id="6" name="listen points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7" name="listen circle"/>
          <p:cNvSpPr/>
          <p:nvPr/>
        </p:nvSpPr>
        <p:spPr>
          <a:xfrm>
            <a:off x="6720840" y="1737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listen" descr="list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035" y="192755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들으면서 생각해요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7432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내가 쓴 프롬프트대로 나왔나요?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가사가 잘 들리나요?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어떤 장면이 떠오르나요?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스토리보드에 바로 적어 두기!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2차시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휴대폰으로 뮤직비디오 편집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우리 노래에 어울리는 장면 찍고 편집하기</a:t>
            </a:r>
            <a:endParaRPr lang="en-US" sz="2000" dirty="0"/>
          </a:p>
        </p:txBody>
      </p:sp>
      <p:sp>
        <p:nvSpPr>
          <p:cNvPr id="5" name="phone circle"/>
          <p:cNvSpPr/>
          <p:nvPr/>
        </p:nvSpPr>
        <p:spPr>
          <a:xfrm>
            <a:off x="8778240" y="1463040"/>
            <a:ext cx="2194560" cy="21945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hone" descr="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2033626"/>
            <a:ext cx="1053389" cy="1053389"/>
          </a:xfrm>
          <a:prstGeom prst="rect">
            <a:avLst/>
          </a:prstGeom>
        </p:spPr>
      </p:pic>
      <p:sp>
        <p:nvSpPr>
          <p:cNvPr id="7" name="equalizer bar 1"/>
          <p:cNvSpPr/>
          <p:nvPr/>
        </p:nvSpPr>
        <p:spPr>
          <a:xfrm>
            <a:off x="8458200" y="4206240"/>
            <a:ext cx="274320" cy="1280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8" name="equalizer bar 2"/>
          <p:cNvSpPr/>
          <p:nvPr/>
        </p:nvSpPr>
        <p:spPr>
          <a:xfrm>
            <a:off x="8915400" y="4663440"/>
            <a:ext cx="274320" cy="82296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9" name="equalizer bar 3"/>
          <p:cNvSpPr/>
          <p:nvPr/>
        </p:nvSpPr>
        <p:spPr>
          <a:xfrm>
            <a:off x="9372600" y="3657600"/>
            <a:ext cx="274320" cy="182880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10" name="equalizer bar 4"/>
          <p:cNvSpPr/>
          <p:nvPr/>
        </p:nvSpPr>
        <p:spPr>
          <a:xfrm>
            <a:off x="9829800" y="4389120"/>
            <a:ext cx="274320" cy="10972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/>
        </p:spPr>
      </p:sp>
      <p:sp>
        <p:nvSpPr>
          <p:cNvPr id="11" name="equalizer bar 5"/>
          <p:cNvSpPr/>
          <p:nvPr/>
        </p:nvSpPr>
        <p:spPr>
          <a:xfrm>
            <a:off x="10287000" y="3931920"/>
            <a:ext cx="274320" cy="155448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</p:spPr>
      </p:sp>
      <p:sp>
        <p:nvSpPr>
          <p:cNvPr id="12" name="equalizer bar 6"/>
          <p:cNvSpPr/>
          <p:nvPr/>
        </p:nvSpPr>
        <p:spPr>
          <a:xfrm>
            <a:off x="10744200" y="4572000"/>
            <a:ext cx="274320" cy="91440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내가 받은 노래 파일 찾기</a:t>
            </a:r>
            <a:endParaRPr lang="en-US" sz="3200" dirty="0"/>
          </a:p>
        </p:txBody>
      </p:sp>
      <p:sp>
        <p:nvSpPr>
          <p:cNvPr id="3" name="안드로이드 (갤럭시)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안드로이드 (갤럭시) circle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안드로이드 (갤럭시)" descr="안드로이드 (갤럭시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8818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안드로이드 (갤럭시)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6517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'내 파일' 앱 열기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'다운로드' 폴더 확인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노래가 재생되는지 들어 보기</a:t>
            </a:r>
            <a:endParaRPr lang="en-US" sz="1600" dirty="0"/>
          </a:p>
        </p:txBody>
      </p:sp>
      <p:sp>
        <p:nvSpPr>
          <p:cNvPr id="8" name="아이폰"/>
          <p:cNvSpPr/>
          <p:nvPr/>
        </p:nvSpPr>
        <p:spPr>
          <a:xfrm>
            <a:off x="6217920" y="1463040"/>
            <a:ext cx="53949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9" name="아이폰 circle"/>
          <p:cNvSpPr/>
          <p:nvPr/>
        </p:nvSpPr>
        <p:spPr>
          <a:xfrm>
            <a:off x="6537960" y="1691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아이폰" descr="아이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18818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5"/>
                </a:solidFill>
              </a:rPr>
              <a:t>아이폰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26517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다운로드할 때 '파일에 저장' 선택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'파일' 앱 → '다운로드' 확인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노래가 재생되는지 들어 보기</a:t>
            </a:r>
            <a:endParaRPr lang="en-US" sz="1600" dirty="0"/>
          </a:p>
        </p:txBody>
      </p:sp>
      <p:sp>
        <p:nvSpPr>
          <p:cNvPr id="13" name="capcut audio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14" name="capcut audio circle"/>
          <p:cNvSpPr/>
          <p:nvPr/>
        </p:nvSpPr>
        <p:spPr>
          <a:xfrm>
            <a:off x="822960" y="50749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capcut audio" descr="capcut aud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2532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9377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CapCut에서는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오디오 → 사운드 → '기기(내 파일)'에서 저장한 노래를 찾아요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스토리보드대로 촬영해요</a:t>
            </a:r>
            <a:endParaRPr lang="en-US" sz="3200" dirty="0"/>
          </a:p>
        </p:txBody>
      </p:sp>
      <p:sp>
        <p:nvSpPr>
          <p:cNvPr id="3" name="얼굴 대신"/>
          <p:cNvSpPr/>
          <p:nvPr/>
        </p:nvSpPr>
        <p:spPr>
          <a:xfrm>
            <a:off x="548640" y="1463040"/>
            <a:ext cx="40690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얼굴 대신 circle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얼굴 대신" descr="얼굴 대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008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얼굴 대신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손, 뒷모습, 그림자,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사물, 풍경으로 표현</a:t>
            </a:r>
            <a:endParaRPr lang="en-US" sz="1400" dirty="0"/>
          </a:p>
        </p:txBody>
      </p:sp>
      <p:sp>
        <p:nvSpPr>
          <p:cNvPr id="8" name="세로로 찍기"/>
          <p:cNvSpPr/>
          <p:nvPr/>
        </p:nvSpPr>
        <p:spPr>
          <a:xfrm>
            <a:off x="4846320" y="1463040"/>
            <a:ext cx="40690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세로로 찍기 circle"/>
          <p:cNvSpPr/>
          <p:nvPr/>
        </p:nvSpPr>
        <p:spPr>
          <a:xfrm>
            <a:off x="516636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세로로 찍기" descr="세로로 찍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217" y="20089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6364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세로로 찍기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26364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쇼츠처럼 세로(9:16)로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통일해요</a:t>
            </a:r>
            <a:endParaRPr lang="en-US" sz="1400" dirty="0"/>
          </a:p>
        </p:txBody>
      </p:sp>
      <p:sp>
        <p:nvSpPr>
          <p:cNvPr id="13" name="한 컷 3~5초"/>
          <p:cNvSpPr/>
          <p:nvPr/>
        </p:nvSpPr>
        <p:spPr>
          <a:xfrm>
            <a:off x="548640" y="3703320"/>
            <a:ext cx="40690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한 컷 3~5초 circle"/>
          <p:cNvSpPr/>
          <p:nvPr/>
        </p:nvSpPr>
        <p:spPr>
          <a:xfrm>
            <a:off x="868680" y="40233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한 컷 3~5초" descr="한 컷 3~5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424921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한 컷 3~5초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4526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흔들리지 않게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천천히 움직여요</a:t>
            </a:r>
            <a:endParaRPr lang="en-US" sz="1400" dirty="0"/>
          </a:p>
        </p:txBody>
      </p:sp>
      <p:sp>
        <p:nvSpPr>
          <p:cNvPr id="18" name="밝은 곳에서"/>
          <p:cNvSpPr/>
          <p:nvPr/>
        </p:nvSpPr>
        <p:spPr>
          <a:xfrm>
            <a:off x="4846320" y="3703320"/>
            <a:ext cx="40690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밝은 곳에서 circle"/>
          <p:cNvSpPr/>
          <p:nvPr/>
        </p:nvSpPr>
        <p:spPr>
          <a:xfrm>
            <a:off x="5166360" y="40233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밝은 곳에서" descr="밝은 곳에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217" y="424921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636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밝은 곳에서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263640" y="4526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창가·복도처럼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빛이 있는 곳</a:t>
            </a:r>
            <a:endParaRPr lang="en-US" sz="1400" dirty="0"/>
          </a:p>
        </p:txBody>
      </p:sp>
      <p:sp>
        <p:nvSpPr>
          <p:cNvPr id="23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10분</a:t>
            </a:r>
            <a:endParaRPr lang="en-US" sz="2800" dirty="0"/>
          </a:p>
        </p:txBody>
      </p:sp>
      <p:sp>
        <p:nvSpPr>
          <p:cNvPr id="26" name="camera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camera" descr="came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4~6컷 찍기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교실·복도만!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CapCut 편집 5단계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173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749808" y="15270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17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새 프로젝트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찍은 사진·영상을 스토리보드 순서대로 선택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548640" y="23317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step 2"/>
          <p:cNvSpPr/>
          <p:nvPr/>
        </p:nvSpPr>
        <p:spPr>
          <a:xfrm>
            <a:off x="749808" y="24414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노래 넣기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오디오 → 사운드 → 기기에서 내 노래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548640" y="32461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step 3"/>
          <p:cNvSpPr/>
          <p:nvPr/>
        </p:nvSpPr>
        <p:spPr>
          <a:xfrm>
            <a:off x="749808" y="33558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박자에 맞춰 자르기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클립 선택 → 분할, 길게 눌러 순서 바꾸기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548640" y="41605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step 4"/>
          <p:cNvSpPr/>
          <p:nvPr/>
        </p:nvSpPr>
        <p:spPr>
          <a:xfrm>
            <a:off x="749808" y="42702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160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자막 · 효과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160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텍스트로 제목·후렴 가사, 필터로 색감 통일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548640" y="50749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4" name="step 5"/>
          <p:cNvSpPr/>
          <p:nvPr/>
        </p:nvSpPr>
        <p:spPr>
          <a:xfrm>
            <a:off x="749808" y="51846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074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내보내기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5074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오른쪽 위 내보내기 → 패들렛에 올리기</a:t>
            </a:r>
            <a:endParaRPr lang="en-US" sz="1400" dirty="0"/>
          </a:p>
        </p:txBody>
      </p:sp>
      <p:sp>
        <p:nvSpPr>
          <p:cNvPr id="28" name="timer"/>
          <p:cNvSpPr/>
          <p:nvPr/>
        </p:nvSpPr>
        <p:spPr>
          <a:xfrm>
            <a:off x="9601200" y="141732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1801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20분</a:t>
            </a:r>
            <a:endParaRPr lang="en-US" sz="2800" dirty="0"/>
          </a:p>
        </p:txBody>
      </p:sp>
      <p:sp>
        <p:nvSpPr>
          <p:cNvPr id="31" name="export circle"/>
          <p:cNvSpPr/>
          <p:nvPr/>
        </p:nvSpPr>
        <p:spPr>
          <a:xfrm>
            <a:off x="10012680" y="28803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export" descr="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47" y="3189427"/>
            <a:ext cx="570586" cy="57058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9326880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활동지 체크리스트에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하나씩 표시!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뮤직비디오가 멋있어지는 꿀팁</a:t>
            </a:r>
            <a:endParaRPr lang="en-US" sz="3200" dirty="0"/>
          </a:p>
        </p:txBody>
      </p:sp>
      <p:sp>
        <p:nvSpPr>
          <p:cNvPr id="3" name="짧게 자르기"/>
          <p:cNvSpPr/>
          <p:nvPr/>
        </p:nvSpPr>
        <p:spPr>
          <a:xfrm>
            <a:off x="548640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짧게 자르기 circle"/>
          <p:cNvSpPr/>
          <p:nvPr/>
        </p:nvSpPr>
        <p:spPr>
          <a:xfrm>
            <a:off x="1051560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짧게 자르기" descr="짧게 자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20903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짧게 자르기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 장면은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3~5초면 충분</a:t>
            </a:r>
            <a:endParaRPr lang="en-US" sz="1400" dirty="0"/>
          </a:p>
        </p:txBody>
      </p:sp>
      <p:sp>
        <p:nvSpPr>
          <p:cNvPr id="8" name="박자 맞추기"/>
          <p:cNvSpPr/>
          <p:nvPr/>
        </p:nvSpPr>
        <p:spPr>
          <a:xfrm>
            <a:off x="2807208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박자 맞추기 circle"/>
          <p:cNvSpPr/>
          <p:nvPr/>
        </p:nvSpPr>
        <p:spPr>
          <a:xfrm>
            <a:off x="3310128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박자 맞추기" descr="박자 맞추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209031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07208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박자 맞추기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44368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드럼이 '쿵' 할 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장면 바꾸기</a:t>
            </a:r>
            <a:endParaRPr lang="en-US" sz="1400" dirty="0"/>
          </a:p>
        </p:txBody>
      </p:sp>
      <p:sp>
        <p:nvSpPr>
          <p:cNvPr id="13" name="가사 자막"/>
          <p:cNvSpPr/>
          <p:nvPr/>
        </p:nvSpPr>
        <p:spPr>
          <a:xfrm>
            <a:off x="5065776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가사 자막 circle"/>
          <p:cNvSpPr/>
          <p:nvPr/>
        </p:nvSpPr>
        <p:spPr>
          <a:xfrm>
            <a:off x="5568696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가사 자막" descr="가사 자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209031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65776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자막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02936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가사만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크게 넣어도 OK</a:t>
            </a:r>
            <a:endParaRPr lang="en-US" sz="1400" dirty="0"/>
          </a:p>
        </p:txBody>
      </p:sp>
      <p:sp>
        <p:nvSpPr>
          <p:cNvPr id="18" name="필터 하나로"/>
          <p:cNvSpPr/>
          <p:nvPr/>
        </p:nvSpPr>
        <p:spPr>
          <a:xfrm>
            <a:off x="7324344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필터 하나로 circle"/>
          <p:cNvSpPr/>
          <p:nvPr/>
        </p:nvSpPr>
        <p:spPr>
          <a:xfrm>
            <a:off x="7827264" y="182880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필터 하나로" descr="필터 하나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2090318"/>
            <a:ext cx="482803" cy="482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24344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필터 하나로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61504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모든 장면에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같은 필터 적용</a:t>
            </a:r>
            <a:endParaRPr lang="en-US" sz="1400" dirty="0"/>
          </a:p>
        </p:txBody>
      </p:sp>
      <p:sp>
        <p:nvSpPr>
          <p:cNvPr id="23" name="전환은 조금만"/>
          <p:cNvSpPr/>
          <p:nvPr/>
        </p:nvSpPr>
        <p:spPr>
          <a:xfrm>
            <a:off x="9582912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전환은 조금만 circle"/>
          <p:cNvSpPr/>
          <p:nvPr/>
        </p:nvSpPr>
        <p:spPr>
          <a:xfrm>
            <a:off x="10085832" y="182880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전환은 조금만" descr="전환은 조금만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2090318"/>
            <a:ext cx="482803" cy="482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전환은 조금만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20072" y="36118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시작에만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1~2개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기억하기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효과는 적을수록 세련돼요. 박자에 맞춘 장면 전환이 가장 강력한 효과!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꼭 지켜야 할 AI 약속</a:t>
            </a:r>
            <a:endParaRPr lang="en-US" sz="3200" dirty="0"/>
          </a:p>
        </p:txBody>
      </p:sp>
      <p:sp>
        <p:nvSpPr>
          <p:cNvPr id="3" name="얼굴·목소리 합성 금지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얼굴·목소리 합성 금지 circle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얼굴·목소리 합성 금지" descr="얼굴·목소리 합성 금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008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얼굴·목소리 합성 금지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286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친구나 연예인의 얼굴·목소리를 허락 없이 합성하면 딥페이크 범죄가 될 수 있어요</a:t>
            </a:r>
            <a:endParaRPr lang="en-US" sz="1400" dirty="0"/>
          </a:p>
        </p:txBody>
      </p:sp>
      <p:sp>
        <p:nvSpPr>
          <p:cNvPr id="8" name="친구 촬영은 동의 먼저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친구 촬영은 동의 먼저 circle"/>
          <p:cNvSpPr/>
          <p:nvPr/>
        </p:nvSpPr>
        <p:spPr>
          <a:xfrm>
            <a:off x="649224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친구 촬영은 동의 먼저" descr="친구 촬영은 동의 먼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97" y="20089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친구 촬영은 동의 먼저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286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작품에 친구가 나온다면 먼저 허락을 받아요</a:t>
            </a:r>
            <a:endParaRPr lang="en-US" sz="1400" dirty="0"/>
          </a:p>
        </p:txBody>
      </p:sp>
      <p:sp>
        <p:nvSpPr>
          <p:cNvPr id="13" name="AI로 만들었다고 밝히기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AI로 만들었다고 밝히기 circle"/>
          <p:cNvSpPr/>
          <p:nvPr/>
        </p:nvSpPr>
        <p:spPr>
          <a:xfrm>
            <a:off x="868680" y="40233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AI로 만들었다고 밝히기" descr="AI로 만들었다고 밝히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424921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AI로 만들었다고 밝히기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4526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마지막 장면에 'AI로 만든 작품'이라고 써요</a:t>
            </a:r>
            <a:endParaRPr lang="en-US" sz="1400" dirty="0"/>
          </a:p>
        </p:txBody>
      </p:sp>
      <p:sp>
        <p:nvSpPr>
          <p:cNvPr id="18" name="개인 감상용으로만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개인 감상용으로만 circle"/>
          <p:cNvSpPr/>
          <p:nvPr/>
        </p:nvSpPr>
        <p:spPr>
          <a:xfrm>
            <a:off x="6492240" y="40233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개인 감상용으로만" descr="개인 감상용으로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424921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개인 감상용으로만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526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오늘 만든 노래·영상은 판매하거나 수익 채널에 올리지 않아요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짝 감상 &amp; 상영회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감상 포인트</a:t>
            </a:r>
            <a:endParaRPr lang="en-US" sz="2000" dirty="0"/>
          </a:p>
        </p:txBody>
      </p:sp>
      <p:sp>
        <p:nvSpPr>
          <p:cNvPr id="4" name="어울림 circle"/>
          <p:cNvSpPr/>
          <p:nvPr/>
        </p:nvSpPr>
        <p:spPr>
          <a:xfrm>
            <a:off x="548640" y="20116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어울림" descr="어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22375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어울림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노래와 영상의 분위기·박자가 잘 맞나요?</a:t>
            </a:r>
            <a:endParaRPr lang="en-US" sz="1500" dirty="0"/>
          </a:p>
        </p:txBody>
      </p:sp>
      <p:sp>
        <p:nvSpPr>
          <p:cNvPr id="8" name="창의성 circle"/>
          <p:cNvSpPr/>
          <p:nvPr/>
        </p:nvSpPr>
        <p:spPr>
          <a:xfrm>
            <a:off x="548640" y="32918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창의성" descr="창의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310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창의성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나만의 아이디어가 보이나요?</a:t>
            </a:r>
            <a:endParaRPr lang="en-US" sz="1500" dirty="0"/>
          </a:p>
        </p:txBody>
      </p:sp>
      <p:sp>
        <p:nvSpPr>
          <p:cNvPr id="12" name="메시지 circle"/>
          <p:cNvSpPr/>
          <p:nvPr/>
        </p:nvSpPr>
        <p:spPr>
          <a:xfrm>
            <a:off x="548640" y="45720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메시지" descr="메시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479785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메시지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전하고 싶은 이야기가 느껴지나요?</a:t>
            </a:r>
            <a:endParaRPr lang="en-US" sz="1500" dirty="0"/>
          </a:p>
        </p:txBody>
      </p:sp>
      <p:sp>
        <p:nvSpPr>
          <p:cNvPr id="16" name="feedback rule"/>
          <p:cNvSpPr/>
          <p:nvPr/>
        </p:nvSpPr>
        <p:spPr>
          <a:xfrm>
            <a:off x="6766560" y="1463040"/>
            <a:ext cx="484632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1323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피드백 규칙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132320" y="2331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칭찬 1 + 제안 1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7132320" y="333756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"후렴에서 장면이 바뀌는 타이밍이 정말 좋았어!"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"마지막 장면을 조금 더 길게 보여주면 여운이 남을 것 같아"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오늘 여러분은 작곡가이자 영화감독이었습니다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활동지 맨 아래 '오늘의 소감'을 적고 마무리해요</a:t>
            </a:r>
            <a:endParaRPr lang="en-US" sz="2000" dirty="0"/>
          </a:p>
        </p:txBody>
      </p:sp>
      <p:sp>
        <p:nvSpPr>
          <p:cNvPr id="5" name="equalizer bar 1"/>
          <p:cNvSpPr/>
          <p:nvPr/>
        </p:nvSpPr>
        <p:spPr>
          <a:xfrm>
            <a:off x="8138160" y="3108960"/>
            <a:ext cx="329184" cy="237744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6" name="equalizer bar 2"/>
          <p:cNvSpPr/>
          <p:nvPr/>
        </p:nvSpPr>
        <p:spPr>
          <a:xfrm>
            <a:off x="8595360" y="4023360"/>
            <a:ext cx="329184" cy="14630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7" name="equalizer bar 3"/>
          <p:cNvSpPr/>
          <p:nvPr/>
        </p:nvSpPr>
        <p:spPr>
          <a:xfrm>
            <a:off x="9052560" y="1645920"/>
            <a:ext cx="329184" cy="3840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8" name="equalizer bar 4"/>
          <p:cNvSpPr/>
          <p:nvPr/>
        </p:nvSpPr>
        <p:spPr>
          <a:xfrm>
            <a:off x="9509760" y="3657600"/>
            <a:ext cx="329184" cy="182880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9" name="equalizer bar 5"/>
          <p:cNvSpPr/>
          <p:nvPr/>
        </p:nvSpPr>
        <p:spPr>
          <a:xfrm>
            <a:off x="9966960" y="2194560"/>
            <a:ext cx="329184" cy="329184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0" name="equalizer bar 6"/>
          <p:cNvSpPr/>
          <p:nvPr/>
        </p:nvSpPr>
        <p:spPr>
          <a:xfrm>
            <a:off x="10424160" y="3291840"/>
            <a:ext cx="329184" cy="219456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1" name="equalizer bar 7"/>
          <p:cNvSpPr/>
          <p:nvPr/>
        </p:nvSpPr>
        <p:spPr>
          <a:xfrm>
            <a:off x="10881360" y="4389120"/>
            <a:ext cx="329184" cy="10972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2" name="equalizer bar 8"/>
          <p:cNvSpPr/>
          <p:nvPr/>
        </p:nvSpPr>
        <p:spPr>
          <a:xfrm>
            <a:off x="11338560" y="2743200"/>
            <a:ext cx="329184" cy="274320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 Music Video Studio">
  <a:themeElements>
    <a:clrScheme name="AI Music Video Studio">
      <a:dk1>
        <a:srgbClr val="1B1035"/>
      </a:dk1>
      <a:lt1>
        <a:srgbClr val="FFFFFF"/>
      </a:lt1>
      <a:dk2>
        <a:srgbClr val="4A3F66"/>
      </a:dk2>
      <a:lt2>
        <a:srgbClr val="F3F0FA"/>
      </a:lt2>
      <a:accent1>
        <a:srgbClr val="7B3FE4"/>
      </a:accent1>
      <a:accent2>
        <a:srgbClr val="FF4F8B"/>
      </a:accent2>
      <a:accent3>
        <a:srgbClr val="13B8A6"/>
      </a:accent3>
      <a:accent4>
        <a:srgbClr val="FFB020"/>
      </a:accent4>
      <a:accent5>
        <a:srgbClr val="4C6FFF"/>
      </a:accent5>
      <a:accent6>
        <a:srgbClr val="B9AEDB"/>
      </a:accent6>
      <a:hlink>
        <a:srgbClr val="7B3FE4"/>
      </a:hlink>
      <a:folHlink>
        <a:srgbClr val="4A3F66"/>
      </a:folHlink>
    </a:clrScheme>
    <a:fontScheme name="AI Music Video Studi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AI로 만드는 나만의 뮤직비디오 (개인)</dc:title>
  <dc:subject>PptxGenJS Presentation</dc:subject>
  <dc:creator>PptxGenJS</dc:creator>
  <cp:lastModifiedBy>PptxGenJS</cp:lastModifiedBy>
  <cp:revision>1</cp:revision>
  <dcterms:created xsi:type="dcterms:W3CDTF">2026-10-20T00:52:35Z</dcterms:created>
  <dcterms:modified xsi:type="dcterms:W3CDTF">2026-10-20T00:52:35Z</dcterms:modified>
</cp:coreProperties>
</file>